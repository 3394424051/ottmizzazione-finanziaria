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9144000" cy="6858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3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Freeform 100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01" name="Picture 10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 10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03" name="Picture 10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reeform 104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05" name="Picture 10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reeform 10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07" name="Picture 10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reeform 108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09" name="Picture 10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reeform 110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11" name="Picture 11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reeform 11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13" name="Picture 11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reeform 114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15" name="Picture 11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Freeform 1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17" name="Picture 11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reeform 118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19" name="Picture 11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21" name="Picture 12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Freeform 12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23" name="Picture 12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Freeform 124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25" name="Picture 125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 12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27" name="Picture 127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Freeform 128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29" name="Picture 12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 130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31" name="Picture 13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Freeform 13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0" t="0" r="0" b="0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133" name="Picture 13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Presentazione su schermo (4:3)</PresentationFormat>
  <Paragraphs>0</Paragraphs>
  <Slides>17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18" baseType="lpstr"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Ciccone, Emilio</cp:lastModifiedBy>
  <cp:revision>1</cp:revision>
  <dcterms:modified xsi:type="dcterms:W3CDTF">2026-08-24T17:01:12Z</dcterms:modified>
</cp:coreProperties>
</file>